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s/slide29.xml" ContentType="application/vnd.openxmlformats-officedocument.presentationml.slide+xml"/>
  <Override PartName="/ppt/slides/slide27.xml" ContentType="application/vnd.openxmlformats-officedocument.presentationml.slide+xml"/>
  <Override PartName="/ppt/slides/slide26.xml" ContentType="application/vnd.openxmlformats-officedocument.presentationml.slide+xml"/>
  <Override PartName="/ppt/slides/slide14.xml" ContentType="application/vnd.openxmlformats-officedocument.presentationml.slide+xml"/>
  <Override PartName="/ppt/slides/slide6.xml" ContentType="application/vnd.openxmlformats-officedocument.presentationml.slide+xml"/>
  <Override PartName="/ppt/slides/slide15.xml" ContentType="application/vnd.openxmlformats-officedocument.presentationml.slide+xml"/>
  <Override PartName="/ppt/slides/slide5.xml" ContentType="application/vnd.openxmlformats-officedocument.presentationml.slide+xml"/>
  <Override PartName="/ppt/slides/slide22.xml" ContentType="application/vnd.openxmlformats-officedocument.presentationml.slide+xml"/>
  <Override PartName="/ppt/slides/slide25.xml" ContentType="application/vnd.openxmlformats-officedocument.presentationml.slide+xml"/>
  <Override PartName="/ppt/slides/slide21.xml" ContentType="application/vnd.openxmlformats-officedocument.presentationml.slide+xml"/>
  <Override PartName="/ppt/slides/slide35.xml" ContentType="application/vnd.openxmlformats-officedocument.presentationml.slide+xml"/>
  <Override PartName="/ppt/slides/slide4.xml" ContentType="application/vnd.openxmlformats-officedocument.presentationml.slide+xml"/>
  <Override PartName="/ppt/slides/slide9.xml" ContentType="application/vnd.openxmlformats-officedocument.presentationml.slide+xml"/>
  <Override PartName="/ppt/slides/slide31.xml" ContentType="application/vnd.openxmlformats-officedocument.presentationml.slide+xml"/>
  <Override PartName="/ppt/slides/slide24.xml" ContentType="application/vnd.openxmlformats-officedocument.presentationml.slide+xml"/>
  <Override PartName="/ppt/slides/slide32.xml" ContentType="application/vnd.openxmlformats-officedocument.presentationml.slide+xml"/>
  <Override PartName="/ppt/slides/slide34.xml" ContentType="application/vnd.openxmlformats-officedocument.presentationml.slide+xml"/>
  <Override PartName="/ppt/slides/slide3.xml" ContentType="application/vnd.openxmlformats-officedocument.presentationml.slide+xml"/>
  <Override PartName="/ppt/slides/slide33.xml" ContentType="application/vnd.openxmlformats-officedocument.presentationml.slide+xml"/>
  <Override PartName="/ppt/slides/slide1.xml" ContentType="application/vnd.openxmlformats-officedocument.presentationml.slide+xml"/>
  <Override PartName="/ppt/slides/slide30.xml" ContentType="application/vnd.openxmlformats-officedocument.presentationml.slide+xml"/>
  <Override PartName="/ppt/slides/slide36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13.xml" ContentType="application/vnd.openxmlformats-officedocument.presentationml.slide+xml"/>
  <Override PartName="/ppt/slides/slide11.xml" ContentType="application/vnd.openxmlformats-officedocument.presentationml.slide+xml"/>
  <Override PartName="/ppt/slides/slide28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17.xml" ContentType="application/vnd.openxmlformats-officedocument.presentationml.slide+xml"/>
  <Override PartName="/ppt/slides/slide10.xml" ContentType="application/vnd.openxmlformats-officedocument.presentationml.slide+xml"/>
  <Override PartName="/ppt/slides/slide23.xml" ContentType="application/vnd.openxmlformats-officedocument.presentationml.slide+xml"/>
  <Override PartName="/ppt/slides/slide2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  <p:sldId id="286" r:id="rId33"/>
    <p:sldId id="287" r:id="rId34"/>
    <p:sldId id="288" r:id="rId35"/>
    <p:sldId id="289" r:id="rId36"/>
    <p:sldId id="290" r:id="rId37"/>
    <p:sldId id="291" r:id="rId38"/>
  </p:sldIdLst>
  <p:sldSz cx="10080625" cy="5670550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20" Type="http://schemas.openxmlformats.org/officeDocument/2006/relationships/slide" Target="slides/slide18.xml"/><Relationship Id="rId21" Type="http://schemas.openxmlformats.org/officeDocument/2006/relationships/slide" Target="slides/slide19.xml"/><Relationship Id="rId22" Type="http://schemas.openxmlformats.org/officeDocument/2006/relationships/slide" Target="slides/slide20.xml"/><Relationship Id="rId23" Type="http://schemas.openxmlformats.org/officeDocument/2006/relationships/slide" Target="slides/slide21.xml"/><Relationship Id="rId24" Type="http://schemas.openxmlformats.org/officeDocument/2006/relationships/slide" Target="slides/slide22.xml"/><Relationship Id="rId25" Type="http://schemas.openxmlformats.org/officeDocument/2006/relationships/slide" Target="slides/slide23.xml"/><Relationship Id="rId26" Type="http://schemas.openxmlformats.org/officeDocument/2006/relationships/slide" Target="slides/slide24.xml"/><Relationship Id="rId27" Type="http://schemas.openxmlformats.org/officeDocument/2006/relationships/slide" Target="slides/slide25.xml"/><Relationship Id="rId28" Type="http://schemas.openxmlformats.org/officeDocument/2006/relationships/slide" Target="slides/slide26.xml"/><Relationship Id="rId29" Type="http://schemas.openxmlformats.org/officeDocument/2006/relationships/slide" Target="slides/slide27.xml"/><Relationship Id="rId30" Type="http://schemas.openxmlformats.org/officeDocument/2006/relationships/slide" Target="slides/slide28.xml"/><Relationship Id="rId31" Type="http://schemas.openxmlformats.org/officeDocument/2006/relationships/slide" Target="slides/slide29.xml"/><Relationship Id="rId32" Type="http://schemas.openxmlformats.org/officeDocument/2006/relationships/slide" Target="slides/slide30.xml"/><Relationship Id="rId33" Type="http://schemas.openxmlformats.org/officeDocument/2006/relationships/slide" Target="slides/slide31.xml"/><Relationship Id="rId34" Type="http://schemas.openxmlformats.org/officeDocument/2006/relationships/slide" Target="slides/slide32.xml"/><Relationship Id="rId35" Type="http://schemas.openxmlformats.org/officeDocument/2006/relationships/slide" Target="slides/slide33.xml"/><Relationship Id="rId36" Type="http://schemas.openxmlformats.org/officeDocument/2006/relationships/slide" Target="slides/slide34.xml"/><Relationship Id="rId37" Type="http://schemas.openxmlformats.org/officeDocument/2006/relationships/slide" Target="slides/slide35.xml"/><Relationship Id="rId38" Type="http://schemas.openxmlformats.org/officeDocument/2006/relationships/slide" Target="slides/slide36.xml"/><Relationship Id="rId39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504000" y="561600"/>
            <a:ext cx="9071280" cy="274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>
            <a:lvl1pPr indent="0" algn="l">
              <a:buNone/>
              <a:def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280" cy="3287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buClr>
                <a:srgbClr val="000000"/>
              </a:buClr>
              <a:buFont typeface="Wingdings" charset="2"/>
              <a:buChar char=""/>
              <a:def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buClr>
                <a:srgbClr val="000000"/>
              </a:buClr>
              <a:buSzPct val="75000"/>
              <a:buFont typeface="Symbol" charset="2"/>
              <a:buChar char=""/>
              <a:def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buClr>
                <a:srgbClr val="000000"/>
              </a:buClr>
              <a:buSzPct val="45000"/>
              <a:buFont typeface="Wingdings" charset="2"/>
              <a:buChar char=""/>
              <a:def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buClr>
                <a:srgbClr val="000000"/>
              </a:buClr>
              <a:buSzPct val="75000"/>
              <a:buFont typeface="Symbol" charset="2"/>
              <a:buChar char=""/>
              <a:def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buClr>
                <a:srgbClr val="000000"/>
              </a:buClr>
              <a:buSzPct val="45000"/>
              <a:buFont typeface="Wingdings" charset="2"/>
              <a:buChar char=""/>
              <a:def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buClr>
                <a:srgbClr val="000000"/>
              </a:buClr>
              <a:buSzPct val="45000"/>
              <a:buFont typeface="Wingdings" charset="2"/>
              <a:buChar char=""/>
              <a:def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buClr>
                <a:srgbClr val="000000"/>
              </a:buClr>
              <a:buSzPct val="45000"/>
              <a:buFont typeface="Wingdings" charset="2"/>
              <a:buChar char=""/>
              <a:def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indent="-324000" algn="l">
              <a:buClr>
                <a:srgbClr val="000000"/>
              </a:buClr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>
          <a:xfrm>
            <a:off x="3447360" y="5165280"/>
            <a:ext cx="3194640" cy="390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>
          <a:xfrm>
            <a:off x="7227360" y="5165280"/>
            <a:ext cx="2347920" cy="390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5193DEA9-9546-4D3D-8CE9-031CEAC561C4}" type="slidenum"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GB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>
          <a:xfrm>
            <a:off x="504000" y="5165280"/>
            <a:ext cx="2347920" cy="390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>
              <a:buNone/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504000" y="561600"/>
            <a:ext cx="9071280" cy="274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>
            <a:lvl1pPr indent="0" algn="l">
              <a:buNone/>
              <a:def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ftr" idx="4"/>
          </p:nvPr>
        </p:nvSpPr>
        <p:spPr>
          <a:xfrm>
            <a:off x="3447360" y="5165280"/>
            <a:ext cx="3194640" cy="390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 type="sldNum" idx="5"/>
          </p:nvPr>
        </p:nvSpPr>
        <p:spPr>
          <a:xfrm>
            <a:off x="7227360" y="5165280"/>
            <a:ext cx="2347920" cy="390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E73E6674-2B0D-4E8F-8AD4-9A3418B9B23D}" type="slidenum"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GB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4"/>
          <p:cNvSpPr>
            <a:spLocks noGrp="1"/>
          </p:cNvSpPr>
          <p:nvPr>
            <p:ph type="dt" idx="6"/>
          </p:nvPr>
        </p:nvSpPr>
        <p:spPr>
          <a:xfrm>
            <a:off x="504000" y="5165280"/>
            <a:ext cx="2347920" cy="390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>
              <a:buNone/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" name="PlaceHolder 5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buClr>
                <a:srgbClr val="000000"/>
              </a:buClr>
              <a:buFont typeface="Wingdings" charset="2"/>
              <a:buChar char=""/>
              <a:defRPr lang="en-GB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buClr>
                <a:srgbClr val="000000"/>
              </a:buClr>
              <a:buSzPct val="75000"/>
              <a:buFont typeface="Symbol" charset="2"/>
              <a:buChar char=""/>
              <a:defRPr lang="en-GB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buClr>
                <a:srgbClr val="000000"/>
              </a:buClr>
              <a:buSzPct val="45000"/>
              <a:buFont typeface="Wingdings" charset="2"/>
              <a:buChar char=""/>
              <a:defRPr lang="en-GB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buClr>
                <a:srgbClr val="000000"/>
              </a:buClr>
              <a:buSzPct val="75000"/>
              <a:buFont typeface="Symbol" charset="2"/>
              <a:buChar char=""/>
              <a:def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buClr>
                <a:srgbClr val="000000"/>
              </a:buClr>
              <a:buSzPct val="45000"/>
              <a:buFont typeface="Wingdings" charset="2"/>
              <a:buChar char=""/>
              <a:def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buClr>
                <a:srgbClr val="000000"/>
              </a:buClr>
              <a:buSzPct val="45000"/>
              <a:buFont typeface="Wingdings" charset="2"/>
              <a:buChar char=""/>
              <a:def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buClr>
                <a:srgbClr val="000000"/>
              </a:buClr>
              <a:buSzPct val="45000"/>
              <a:buFont typeface="Wingdings" charset="2"/>
              <a:buChar char=""/>
              <a:def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indent="-324000" algn="l">
              <a:buClr>
                <a:srgbClr val="000000"/>
              </a:buClr>
              <a:buFont typeface="Wingdings" charset="2"/>
              <a:buChar char=""/>
            </a:pPr>
            <a:r>
              <a:rPr lang="en-GB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GB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GB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GB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2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2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1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slideLayout" Target="../slideLayouts/slideLayout1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slideLayout" Target="../slideLayouts/slideLayout1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slideLayout" Target="../slideLayouts/slideLayout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12.png"/><Relationship Id="rId2" Type="http://schemas.openxmlformats.org/officeDocument/2006/relationships/slideLayout" Target="../slideLayouts/slideLayout1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13.png"/><Relationship Id="rId2" Type="http://schemas.openxmlformats.org/officeDocument/2006/relationships/slideLayout" Target="../slideLayouts/slideLayout1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14.png"/><Relationship Id="rId2" Type="http://schemas.openxmlformats.org/officeDocument/2006/relationships/slideLayout" Target="../slideLayouts/slideLayout1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15.png"/><Relationship Id="rId2" Type="http://schemas.openxmlformats.org/officeDocument/2006/relationships/slideLayout" Target="../slideLayouts/slideLayout1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16.png"/><Relationship Id="rId2" Type="http://schemas.openxmlformats.org/officeDocument/2006/relationships/slideLayout" Target="../slideLayouts/slideLayout1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image" Target="../media/image17.png"/><Relationship Id="rId2" Type="http://schemas.openxmlformats.org/officeDocument/2006/relationships/slideLayout" Target="../slideLayouts/slideLayout1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image" Target="../media/image18.png"/><Relationship Id="rId2" Type="http://schemas.openxmlformats.org/officeDocument/2006/relationships/slideLayout" Target="../slideLayouts/slideLayout1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image" Target="../media/image19.png"/><Relationship Id="rId2" Type="http://schemas.openxmlformats.org/officeDocument/2006/relationships/slideLayout" Target="../slideLayouts/slideLayout1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image" Target="../media/image20.png"/><Relationship Id="rId2" Type="http://schemas.openxmlformats.org/officeDocument/2006/relationships/slideLayout" Target="../slideLayouts/slideLayout1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image" Target="../media/image21.png"/><Relationship Id="rId2" Type="http://schemas.openxmlformats.org/officeDocument/2006/relationships/slideLayout" Target="../slideLayouts/slideLayout1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image" Target="../media/image22.png"/><Relationship Id="rId2" Type="http://schemas.openxmlformats.org/officeDocument/2006/relationships/slideLayout" Target="../slideLayouts/slideLayout1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image" Target="../media/image23.png"/><Relationship Id="rId2" Type="http://schemas.openxmlformats.org/officeDocument/2006/relationships/slideLayout" Target="../slideLayouts/slideLayout1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image" Target="../media/image24.png"/><Relationship Id="rId2" Type="http://schemas.openxmlformats.org/officeDocument/2006/relationships/slideLayout" Target="../slideLayouts/slideLayout1.xml"/>
</Relationships>
</file>

<file path=ppt/slides/_rels/slide25.xml.rels><?xml version="1.0" encoding="UTF-8"?>
<Relationships xmlns="http://schemas.openxmlformats.org/package/2006/relationships"><Relationship Id="rId1" Type="http://schemas.openxmlformats.org/officeDocument/2006/relationships/image" Target="../media/image25.png"/><Relationship Id="rId2" Type="http://schemas.openxmlformats.org/officeDocument/2006/relationships/slideLayout" Target="../slideLayouts/slideLayout1.xml"/>
</Relationships>
</file>

<file path=ppt/slides/_rels/slide26.xml.rels><?xml version="1.0" encoding="UTF-8"?>
<Relationships xmlns="http://schemas.openxmlformats.org/package/2006/relationships"><Relationship Id="rId1" Type="http://schemas.openxmlformats.org/officeDocument/2006/relationships/image" Target="../media/image26.png"/><Relationship Id="rId2" Type="http://schemas.openxmlformats.org/officeDocument/2006/relationships/slideLayout" Target="../slideLayouts/slideLayout1.xml"/>
</Relationships>
</file>

<file path=ppt/slides/_rels/slide27.xml.rels><?xml version="1.0" encoding="UTF-8"?>
<Relationships xmlns="http://schemas.openxmlformats.org/package/2006/relationships"><Relationship Id="rId1" Type="http://schemas.openxmlformats.org/officeDocument/2006/relationships/image" Target="../media/image27.png"/><Relationship Id="rId2" Type="http://schemas.openxmlformats.org/officeDocument/2006/relationships/slideLayout" Target="../slideLayouts/slideLayout1.xml"/>
</Relationships>
</file>

<file path=ppt/slides/_rels/slide28.xml.rels><?xml version="1.0" encoding="UTF-8"?>
<Relationships xmlns="http://schemas.openxmlformats.org/package/2006/relationships"><Relationship Id="rId1" Type="http://schemas.openxmlformats.org/officeDocument/2006/relationships/image" Target="../media/image28.png"/><Relationship Id="rId2" Type="http://schemas.openxmlformats.org/officeDocument/2006/relationships/slideLayout" Target="../slideLayouts/slideLayout1.xml"/>
</Relationships>
</file>

<file path=ppt/slides/_rels/slide29.xml.rels><?xml version="1.0" encoding="UTF-8"?>
<Relationships xmlns="http://schemas.openxmlformats.org/package/2006/relationships"><Relationship Id="rId1" Type="http://schemas.openxmlformats.org/officeDocument/2006/relationships/image" Target="../media/image29.png"/><Relationship Id="rId2" Type="http://schemas.openxmlformats.org/officeDocument/2006/relationships/slideLayout" Target="../slideLayouts/slideLayout1.xml"/>
</Relationships>
</file>

<file path=ppt/slides/_rels/slide30.xml.rels><?xml version="1.0" encoding="UTF-8"?>
<Relationships xmlns="http://schemas.openxmlformats.org/package/2006/relationships"><Relationship Id="rId1" Type="http://schemas.openxmlformats.org/officeDocument/2006/relationships/image" Target="../media/image30.png"/><Relationship Id="rId2" Type="http://schemas.openxmlformats.org/officeDocument/2006/relationships/slideLayout" Target="../slideLayouts/slideLayout1.xml"/>
</Relationships>
</file>

<file path=ppt/slides/_rels/slide3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504000" y="225720"/>
            <a:ext cx="9071280" cy="946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l">
              <a:buNone/>
            </a:pP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subTitle"/>
          </p:nvPr>
        </p:nvSpPr>
        <p:spPr>
          <a:xfrm>
            <a:off x="504000" y="1326240"/>
            <a:ext cx="9071280" cy="328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4" name=""/>
          <p:cNvPicPr/>
          <p:nvPr/>
        </p:nvPicPr>
        <p:blipFill>
          <a:blip r:embed="rId1"/>
          <a:stretch/>
        </p:blipFill>
        <p:spPr>
          <a:xfrm>
            <a:off x="1440" y="169200"/>
            <a:ext cx="10079280" cy="53107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504000" y="225720"/>
            <a:ext cx="9071280" cy="946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l">
              <a:buNone/>
            </a:pP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 type="subTitle"/>
          </p:nvPr>
        </p:nvSpPr>
        <p:spPr>
          <a:xfrm>
            <a:off x="504000" y="1326240"/>
            <a:ext cx="9071280" cy="328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7" name=""/>
          <p:cNvPicPr/>
          <p:nvPr/>
        </p:nvPicPr>
        <p:blipFill>
          <a:blip r:embed="rId1"/>
          <a:stretch/>
        </p:blipFill>
        <p:spPr>
          <a:xfrm>
            <a:off x="1440" y="308520"/>
            <a:ext cx="10079280" cy="50320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504000" y="225720"/>
            <a:ext cx="9071280" cy="946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l">
              <a:buNone/>
            </a:pP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 type="subTitle"/>
          </p:nvPr>
        </p:nvSpPr>
        <p:spPr>
          <a:xfrm>
            <a:off x="504000" y="1326240"/>
            <a:ext cx="9071280" cy="328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0" name=""/>
          <p:cNvPicPr/>
          <p:nvPr/>
        </p:nvPicPr>
        <p:blipFill>
          <a:blip r:embed="rId1"/>
          <a:stretch/>
        </p:blipFill>
        <p:spPr>
          <a:xfrm>
            <a:off x="1440" y="169200"/>
            <a:ext cx="10079280" cy="53107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504000" y="225720"/>
            <a:ext cx="9071280" cy="946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l">
              <a:buNone/>
            </a:pP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subTitle"/>
          </p:nvPr>
        </p:nvSpPr>
        <p:spPr>
          <a:xfrm>
            <a:off x="504000" y="1326240"/>
            <a:ext cx="9071280" cy="328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3" name=""/>
          <p:cNvPicPr/>
          <p:nvPr/>
        </p:nvPicPr>
        <p:blipFill>
          <a:blip r:embed="rId1"/>
          <a:stretch/>
        </p:blipFill>
        <p:spPr>
          <a:xfrm>
            <a:off x="1440" y="169200"/>
            <a:ext cx="10079280" cy="53107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504000" y="225720"/>
            <a:ext cx="9071280" cy="946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l">
              <a:buNone/>
            </a:pP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 type="subTitle"/>
          </p:nvPr>
        </p:nvSpPr>
        <p:spPr>
          <a:xfrm>
            <a:off x="504000" y="1326240"/>
            <a:ext cx="9071280" cy="328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6" name=""/>
          <p:cNvPicPr/>
          <p:nvPr/>
        </p:nvPicPr>
        <p:blipFill>
          <a:blip r:embed="rId1"/>
          <a:stretch/>
        </p:blipFill>
        <p:spPr>
          <a:xfrm>
            <a:off x="1440" y="169200"/>
            <a:ext cx="10079280" cy="53107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"/>
          <p:cNvPicPr/>
          <p:nvPr/>
        </p:nvPicPr>
        <p:blipFill>
          <a:blip r:embed="rId1"/>
          <a:stretch/>
        </p:blipFill>
        <p:spPr>
          <a:xfrm>
            <a:off x="1440" y="169200"/>
            <a:ext cx="10079280" cy="53107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"/>
          <p:cNvPicPr/>
          <p:nvPr/>
        </p:nvPicPr>
        <p:blipFill>
          <a:blip r:embed="rId1"/>
          <a:stretch/>
        </p:blipFill>
        <p:spPr>
          <a:xfrm>
            <a:off x="1440" y="169200"/>
            <a:ext cx="10079280" cy="53107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"/>
          <p:cNvPicPr/>
          <p:nvPr/>
        </p:nvPicPr>
        <p:blipFill>
          <a:blip r:embed="rId1"/>
          <a:stretch/>
        </p:blipFill>
        <p:spPr>
          <a:xfrm>
            <a:off x="1440" y="169200"/>
            <a:ext cx="10079280" cy="53107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"/>
          <p:cNvPicPr/>
          <p:nvPr/>
        </p:nvPicPr>
        <p:blipFill>
          <a:blip r:embed="rId1"/>
          <a:stretch/>
        </p:blipFill>
        <p:spPr>
          <a:xfrm>
            <a:off x="1440" y="169200"/>
            <a:ext cx="10079280" cy="53107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"/>
          <p:cNvPicPr/>
          <p:nvPr/>
        </p:nvPicPr>
        <p:blipFill>
          <a:blip r:embed="rId1"/>
          <a:stretch/>
        </p:blipFill>
        <p:spPr>
          <a:xfrm>
            <a:off x="1440" y="169200"/>
            <a:ext cx="10079280" cy="53107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"/>
          <p:cNvPicPr/>
          <p:nvPr/>
        </p:nvPicPr>
        <p:blipFill>
          <a:blip r:embed="rId1"/>
          <a:stretch/>
        </p:blipFill>
        <p:spPr>
          <a:xfrm>
            <a:off x="1440" y="169200"/>
            <a:ext cx="10079280" cy="53107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" name=""/>
          <p:cNvPicPr/>
          <p:nvPr/>
        </p:nvPicPr>
        <p:blipFill>
          <a:blip r:embed="rId1"/>
          <a:stretch/>
        </p:blipFill>
        <p:spPr>
          <a:xfrm>
            <a:off x="1440" y="216720"/>
            <a:ext cx="10079280" cy="52156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"/>
          <p:cNvPicPr/>
          <p:nvPr/>
        </p:nvPicPr>
        <p:blipFill>
          <a:blip r:embed="rId1"/>
          <a:stretch/>
        </p:blipFill>
        <p:spPr>
          <a:xfrm>
            <a:off x="1440" y="216720"/>
            <a:ext cx="10079280" cy="52156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" name=""/>
          <p:cNvPicPr/>
          <p:nvPr/>
        </p:nvPicPr>
        <p:blipFill>
          <a:blip r:embed="rId1"/>
          <a:stretch/>
        </p:blipFill>
        <p:spPr>
          <a:xfrm>
            <a:off x="1440" y="216720"/>
            <a:ext cx="10079280" cy="52156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"/>
          <p:cNvPicPr/>
          <p:nvPr/>
        </p:nvPicPr>
        <p:blipFill>
          <a:blip r:embed="rId1"/>
          <a:stretch/>
        </p:blipFill>
        <p:spPr>
          <a:xfrm>
            <a:off x="1440" y="216720"/>
            <a:ext cx="10079280" cy="52156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" name=""/>
          <p:cNvPicPr/>
          <p:nvPr/>
        </p:nvPicPr>
        <p:blipFill>
          <a:blip r:embed="rId1"/>
          <a:stretch/>
        </p:blipFill>
        <p:spPr>
          <a:xfrm>
            <a:off x="1440" y="216720"/>
            <a:ext cx="10079280" cy="52156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" name=""/>
          <p:cNvPicPr/>
          <p:nvPr/>
        </p:nvPicPr>
        <p:blipFill>
          <a:blip r:embed="rId1"/>
          <a:stretch/>
        </p:blipFill>
        <p:spPr>
          <a:xfrm>
            <a:off x="1440" y="250920"/>
            <a:ext cx="10079280" cy="51472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" name=""/>
          <p:cNvPicPr/>
          <p:nvPr/>
        </p:nvPicPr>
        <p:blipFill>
          <a:blip r:embed="rId1"/>
          <a:stretch/>
        </p:blipFill>
        <p:spPr>
          <a:xfrm>
            <a:off x="1440" y="250920"/>
            <a:ext cx="10079280" cy="51472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"/>
          <p:cNvPicPr/>
          <p:nvPr/>
        </p:nvPicPr>
        <p:blipFill>
          <a:blip r:embed="rId1"/>
          <a:stretch/>
        </p:blipFill>
        <p:spPr>
          <a:xfrm>
            <a:off x="1440" y="224640"/>
            <a:ext cx="10079280" cy="51998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" name=""/>
          <p:cNvPicPr/>
          <p:nvPr/>
        </p:nvPicPr>
        <p:blipFill>
          <a:blip r:embed="rId1"/>
          <a:stretch/>
        </p:blipFill>
        <p:spPr>
          <a:xfrm>
            <a:off x="1440" y="240480"/>
            <a:ext cx="10079280" cy="51681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" name=""/>
          <p:cNvPicPr/>
          <p:nvPr/>
        </p:nvPicPr>
        <p:blipFill>
          <a:blip r:embed="rId1"/>
          <a:stretch/>
        </p:blipFill>
        <p:spPr>
          <a:xfrm>
            <a:off x="1440" y="240480"/>
            <a:ext cx="10079280" cy="51681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" name=""/>
          <p:cNvPicPr/>
          <p:nvPr/>
        </p:nvPicPr>
        <p:blipFill>
          <a:blip r:embed="rId1"/>
          <a:stretch/>
        </p:blipFill>
        <p:spPr>
          <a:xfrm>
            <a:off x="1440" y="240480"/>
            <a:ext cx="10079280" cy="51681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" name=""/>
          <p:cNvPicPr/>
          <p:nvPr/>
        </p:nvPicPr>
        <p:blipFill>
          <a:blip r:embed="rId1"/>
          <a:stretch/>
        </p:blipFill>
        <p:spPr>
          <a:xfrm>
            <a:off x="1440" y="240480"/>
            <a:ext cx="10079280" cy="51681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" name=""/>
          <p:cNvPicPr/>
          <p:nvPr/>
        </p:nvPicPr>
        <p:blipFill>
          <a:blip r:embed="rId1"/>
          <a:stretch/>
        </p:blipFill>
        <p:spPr>
          <a:xfrm>
            <a:off x="1440" y="240480"/>
            <a:ext cx="10079280" cy="51681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" name=""/>
          <p:cNvPicPr/>
          <p:nvPr/>
        </p:nvPicPr>
        <p:blipFill>
          <a:blip r:embed="rId1"/>
          <a:stretch/>
        </p:blipFill>
        <p:spPr>
          <a:xfrm>
            <a:off x="1440" y="240480"/>
            <a:ext cx="10079280" cy="51681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" name=""/>
          <p:cNvPicPr/>
          <p:nvPr/>
        </p:nvPicPr>
        <p:blipFill>
          <a:blip r:embed="rId1"/>
          <a:stretch/>
        </p:blipFill>
        <p:spPr>
          <a:xfrm>
            <a:off x="1440" y="240480"/>
            <a:ext cx="10079280" cy="51681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" name=""/>
          <p:cNvPicPr/>
          <p:nvPr/>
        </p:nvPicPr>
        <p:blipFill>
          <a:blip r:embed="rId1"/>
          <a:stretch/>
        </p:blipFill>
        <p:spPr>
          <a:xfrm>
            <a:off x="1440" y="240480"/>
            <a:ext cx="10079280" cy="51681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" name=""/>
          <p:cNvPicPr/>
          <p:nvPr/>
        </p:nvPicPr>
        <p:blipFill>
          <a:blip r:embed="rId1"/>
          <a:stretch/>
        </p:blipFill>
        <p:spPr>
          <a:xfrm>
            <a:off x="1440" y="240480"/>
            <a:ext cx="10079280" cy="51681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" name=""/>
          <p:cNvPicPr/>
          <p:nvPr/>
        </p:nvPicPr>
        <p:blipFill>
          <a:blip r:embed="rId1"/>
          <a:stretch/>
        </p:blipFill>
        <p:spPr>
          <a:xfrm>
            <a:off x="1440" y="240480"/>
            <a:ext cx="10079280" cy="51681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" name=""/>
          <p:cNvPicPr/>
          <p:nvPr/>
        </p:nvPicPr>
        <p:blipFill>
          <a:blip r:embed="rId1"/>
          <a:stretch/>
        </p:blipFill>
        <p:spPr>
          <a:xfrm>
            <a:off x="1440" y="240480"/>
            <a:ext cx="10079280" cy="51681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PlaceHolder 1"/>
          <p:cNvSpPr>
            <a:spLocks noGrp="1"/>
          </p:cNvSpPr>
          <p:nvPr>
            <p:ph type="title"/>
          </p:nvPr>
        </p:nvSpPr>
        <p:spPr>
          <a:xfrm>
            <a:off x="504000" y="225720"/>
            <a:ext cx="9071280" cy="946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l">
              <a:buNone/>
            </a:pP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280" cy="3287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 algn="l">
              <a:buNone/>
            </a:pP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title"/>
          </p:nvPr>
        </p:nvSpPr>
        <p:spPr>
          <a:xfrm>
            <a:off x="504000" y="225720"/>
            <a:ext cx="9071280" cy="946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l">
              <a:buNone/>
            </a:pP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280" cy="3287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 algn="l">
              <a:buNone/>
            </a:pP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PlaceHolder 1"/>
          <p:cNvSpPr>
            <a:spLocks noGrp="1"/>
          </p:cNvSpPr>
          <p:nvPr>
            <p:ph type="title"/>
          </p:nvPr>
        </p:nvSpPr>
        <p:spPr>
          <a:xfrm>
            <a:off x="504000" y="225720"/>
            <a:ext cx="9071280" cy="946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l">
              <a:buNone/>
            </a:pP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280" cy="3287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 algn="l">
              <a:buNone/>
            </a:pP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504000" y="225720"/>
            <a:ext cx="9071280" cy="946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l">
              <a:buNone/>
            </a:pP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280" cy="3287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 algn="l">
              <a:buNone/>
            </a:pP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504000" y="225720"/>
            <a:ext cx="9071280" cy="946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l">
              <a:buNone/>
            </a:pP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280" cy="3287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 algn="l">
              <a:buNone/>
            </a:pP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504000" y="225720"/>
            <a:ext cx="9071280" cy="946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l">
              <a:buNone/>
            </a:pP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280" cy="3287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 algn="l">
              <a:buNone/>
            </a:pP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2904</TotalTime>
  <Application>LibreOffice/26.2.4.2$Linux_X86_64 LibreOffice_project/620$Build-2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2026-06-03T14:43:33Z</dcterms:created>
  <dc:creator/>
  <dc:description/>
  <dc:language>en-GB</dc:language>
  <cp:lastModifiedBy/>
  <dcterms:modified xsi:type="dcterms:W3CDTF">2026-06-05T15:51:53Z</dcterms:modified>
  <cp:revision>25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